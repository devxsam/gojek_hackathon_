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sh Bagga" userId="0a9459427bd2f235" providerId="LiveId" clId="{DB827C47-FAD5-46F9-AA57-E7918CFD342B}"/>
    <pc:docChg chg="custSel modSld">
      <pc:chgData name="Sameesh Bagga" userId="0a9459427bd2f235" providerId="LiveId" clId="{DB827C47-FAD5-46F9-AA57-E7918CFD342B}" dt="2025-11-19T09:28:12.174" v="94" actId="5793"/>
      <pc:docMkLst>
        <pc:docMk/>
      </pc:docMkLst>
      <pc:sldChg chg="modSp mod">
        <pc:chgData name="Sameesh Bagga" userId="0a9459427bd2f235" providerId="LiveId" clId="{DB827C47-FAD5-46F9-AA57-E7918CFD342B}" dt="2025-11-18T16:25:33.840" v="84" actId="1076"/>
        <pc:sldMkLst>
          <pc:docMk/>
          <pc:sldMk cId="3622025610" sldId="256"/>
        </pc:sldMkLst>
        <pc:spChg chg="mod">
          <ac:chgData name="Sameesh Bagga" userId="0a9459427bd2f235" providerId="LiveId" clId="{DB827C47-FAD5-46F9-AA57-E7918CFD342B}" dt="2025-11-18T16:25:27.432" v="83"/>
          <ac:spMkLst>
            <pc:docMk/>
            <pc:sldMk cId="3622025610" sldId="256"/>
            <ac:spMk id="2" creationId="{770478E4-0F09-2F82-79FC-D43E7B689BB7}"/>
          </ac:spMkLst>
        </pc:spChg>
        <pc:spChg chg="mod">
          <ac:chgData name="Sameesh Bagga" userId="0a9459427bd2f235" providerId="LiveId" clId="{DB827C47-FAD5-46F9-AA57-E7918CFD342B}" dt="2025-11-18T16:25:33.840" v="84" actId="1076"/>
          <ac:spMkLst>
            <pc:docMk/>
            <pc:sldMk cId="3622025610" sldId="256"/>
            <ac:spMk id="3" creationId="{74207E9B-9B92-9188-739C-DA4C540A353D}"/>
          </ac:spMkLst>
        </pc:spChg>
      </pc:sldChg>
      <pc:sldChg chg="modSp mod">
        <pc:chgData name="Sameesh Bagga" userId="0a9459427bd2f235" providerId="LiveId" clId="{DB827C47-FAD5-46F9-AA57-E7918CFD342B}" dt="2025-11-19T09:28:12.174" v="94" actId="5793"/>
        <pc:sldMkLst>
          <pc:docMk/>
          <pc:sldMk cId="3551287054" sldId="257"/>
        </pc:sldMkLst>
        <pc:spChg chg="mod">
          <ac:chgData name="Sameesh Bagga" userId="0a9459427bd2f235" providerId="LiveId" clId="{DB827C47-FAD5-46F9-AA57-E7918CFD342B}" dt="2025-11-19T09:28:12.174" v="94" actId="5793"/>
          <ac:spMkLst>
            <pc:docMk/>
            <pc:sldMk cId="3551287054" sldId="257"/>
            <ac:spMk id="4" creationId="{F068DEBE-57CC-6B91-6C9B-003C3923D9B0}"/>
          </ac:spMkLst>
        </pc:spChg>
      </pc:sldChg>
      <pc:sldChg chg="modSp mod">
        <pc:chgData name="Sameesh Bagga" userId="0a9459427bd2f235" providerId="LiveId" clId="{DB827C47-FAD5-46F9-AA57-E7918CFD342B}" dt="2025-11-18T16:25:22.333" v="80" actId="27636"/>
        <pc:sldMkLst>
          <pc:docMk/>
          <pc:sldMk cId="1372792017" sldId="258"/>
        </pc:sldMkLst>
        <pc:spChg chg="mod">
          <ac:chgData name="Sameesh Bagga" userId="0a9459427bd2f235" providerId="LiveId" clId="{DB827C47-FAD5-46F9-AA57-E7918CFD342B}" dt="2025-11-18T16:25:22.333" v="80" actId="27636"/>
          <ac:spMkLst>
            <pc:docMk/>
            <pc:sldMk cId="1372792017" sldId="258"/>
            <ac:spMk id="2" creationId="{F9C887E7-0AF9-14B6-A625-BD3F0240449F}"/>
          </ac:spMkLst>
        </pc:spChg>
        <pc:spChg chg="mod">
          <ac:chgData name="Sameesh Bagga" userId="0a9459427bd2f235" providerId="LiveId" clId="{DB827C47-FAD5-46F9-AA57-E7918CFD342B}" dt="2025-11-18T16:24:29.008" v="72" actId="255"/>
          <ac:spMkLst>
            <pc:docMk/>
            <pc:sldMk cId="1372792017" sldId="258"/>
            <ac:spMk id="3" creationId="{CC0759A2-FBE5-BF0D-3857-8E1E63FE6EB0}"/>
          </ac:spMkLst>
        </pc:spChg>
      </pc:sldChg>
      <pc:sldChg chg="modSp mod">
        <pc:chgData name="Sameesh Bagga" userId="0a9459427bd2f235" providerId="LiveId" clId="{DB827C47-FAD5-46F9-AA57-E7918CFD342B}" dt="2025-11-18T16:25:22.335" v="81" actId="27636"/>
        <pc:sldMkLst>
          <pc:docMk/>
          <pc:sldMk cId="606474198" sldId="259"/>
        </pc:sldMkLst>
        <pc:spChg chg="mod">
          <ac:chgData name="Sameesh Bagga" userId="0a9459427bd2f235" providerId="LiveId" clId="{DB827C47-FAD5-46F9-AA57-E7918CFD342B}" dt="2025-11-18T16:25:22.335" v="81" actId="27636"/>
          <ac:spMkLst>
            <pc:docMk/>
            <pc:sldMk cId="606474198" sldId="259"/>
            <ac:spMk id="2" creationId="{84F8ADDD-700F-F7C7-7C8E-84DDE58EBC4B}"/>
          </ac:spMkLst>
        </pc:spChg>
      </pc:sldChg>
      <pc:sldChg chg="modSp mod">
        <pc:chgData name="Sameesh Bagga" userId="0a9459427bd2f235" providerId="LiveId" clId="{DB827C47-FAD5-46F9-AA57-E7918CFD342B}" dt="2025-11-18T16:24:18.615" v="71" actId="2711"/>
        <pc:sldMkLst>
          <pc:docMk/>
          <pc:sldMk cId="3526276024" sldId="260"/>
        </pc:sldMkLst>
        <pc:spChg chg="mod">
          <ac:chgData name="Sameesh Bagga" userId="0a9459427bd2f235" providerId="LiveId" clId="{DB827C47-FAD5-46F9-AA57-E7918CFD342B}" dt="2025-11-18T16:24:18.615" v="71" actId="2711"/>
          <ac:spMkLst>
            <pc:docMk/>
            <pc:sldMk cId="3526276024" sldId="260"/>
            <ac:spMk id="4" creationId="{EA6E17E5-7563-8852-AFE2-F3ED9750664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4E563-1D37-48EF-9BC8-D37AF7C264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1B97B-215F-4BC7-A4F3-68D451AAEC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1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1B97B-215F-4BC7-A4F3-68D451AAEC0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70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EE60-F6E2-3E64-E6DC-B4A88D971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CF213-7358-F1FA-AD29-C2E5BDF23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81DDC-D9FF-57CD-01EB-7140BDEC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6E4C3-65D3-50BD-4E1A-A0BD003C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3AB01-EFD7-752D-418D-139384C8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8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48F0-4BEF-6808-2AE7-31E64191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AA77B-7EF9-F85F-EED7-838F24D60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62835-0E03-5B25-FC97-AEB77F9E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CE4C-AE32-FAD0-05C6-B1EEB35A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CEB5-9509-0C49-BAB5-6BA536D6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1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40D2-5806-FD00-CE1A-D4786585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C9DF4-0808-A7F0-74E9-387FBEF44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D7D22-3B6E-23B8-01E0-6C4CF5AE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22AB1-4956-8D9C-69B8-3DE3D6F0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9D981-0BB4-DC3B-5FF5-1D402341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12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1806-B33A-CD94-2E0C-6117A966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DE3C-EA32-659C-E48D-1F9E153FB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F628D-F61E-4AED-4751-DE04A59D3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85181-DBC6-E0AC-B054-39C865DF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177B1-63D8-CF9F-50F2-2A19E5F5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1B26F-799C-1EED-B78A-BC7B123A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25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D358-FF31-B950-E814-37466E8A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B7336-44AE-EBE0-9EA2-B7620174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C071E-9E75-57DD-F5C8-77EF97E09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FEF8B-8D03-66C7-5A6F-4AE34712B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AD341-51B4-F570-BD1E-33D5CA3AD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5870F-E649-0787-E5DB-B1FF2C88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6AD9E-0ACE-80E3-C2A2-89D0781C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AC336-68EB-A385-A4FD-CAD895B3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92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100F-A8B5-0E21-2AB4-8065D5D8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89053-0676-B224-5C41-AD2F61A3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EA330-86E8-6FA6-0558-4AC96AD3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492D5-FDFF-91BA-EC59-FEB20FB6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70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F3411-4009-C6F7-9ACF-B84541FE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27BA0-2FF0-81BF-7194-9DF1AAB7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86D64-6AAA-1793-0F06-FA006155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7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A2DF-5DB3-46B5-002A-5737214D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7BF23-46C7-2A84-C431-F0980BB9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F1DD9-C20D-FFD2-2088-2647DCA9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02AA1-93A7-AD38-B361-A391DB87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B3D09-4C2C-304A-0EFF-512A61A7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97C96-B5D3-B9CD-0CF5-3DD4D013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5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658E-2CE9-C097-A962-EAA94D56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D7844-D4F0-EF81-B22A-E384CA743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40F37-F71C-658D-A095-46689A4E7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91D0C-8155-89E2-BB1F-62778FA1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B9032-4861-B624-8173-7B2D7044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110FA-B548-E79B-2DAD-16884C2E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2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1D5C-20D7-66DC-70C2-482E4E7D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A8719-73BC-8262-9BAC-A8957CA23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8C342-8312-1E78-79E5-9E306F75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2FCED-CE1F-DC50-5527-DFCC2FAE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9DECE-8B76-4EC9-A44B-7A0DE83D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08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F2B55-2EBF-47CF-7487-DCFBDF240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0A87E-067A-6E47-5DEC-1A91C85D3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04E2-F43E-714E-751A-4CCA7277C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B0DA-AE81-3A58-8BA1-509DA19B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A781-2A6A-AE64-4AAC-E8EE0F49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45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09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871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080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6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99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66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759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402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400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670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1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BE4F5-5325-344D-5F25-B9B32893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F7CD2-B75B-E70A-0E28-33AE695E0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6A372-917E-EFA5-0797-990933F41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9F11-0D64-19B0-97DF-ED5E09BCC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E9F2-26C0-31FA-26C8-B2F62527A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8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BF979A0-23DA-4E17-B5FE-B7348ED8283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2962BC-792F-49E6-B49B-385133959C6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37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78E4-0F09-2F82-79FC-D43E7B689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Hackathon</a:t>
            </a:r>
            <a:br>
              <a:rPr lang="en-US" b="1" dirty="0"/>
            </a:br>
            <a:r>
              <a:rPr lang="en-US" sz="2700" b="1" dirty="0"/>
              <a:t>Dataset -</a:t>
            </a:r>
            <a:r>
              <a:rPr lang="en-IN" sz="2700" b="1" dirty="0"/>
              <a:t> Gojek Driver Acceptance</a:t>
            </a:r>
            <a:r>
              <a:rPr lang="en-US" sz="2700" b="1" dirty="0"/>
              <a:t> </a:t>
            </a:r>
            <a:endParaRPr lang="en-IN" sz="27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07E9B-9B92-9188-739C-DA4C540A3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9626" y="5818464"/>
            <a:ext cx="9144000" cy="1655762"/>
          </a:xfrm>
        </p:spPr>
        <p:txBody>
          <a:bodyPr/>
          <a:lstStyle/>
          <a:p>
            <a:r>
              <a:rPr lang="en-US" dirty="0"/>
              <a:t>Sameesh Bagga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02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3BA2-3F64-6913-B7EE-63CECAFD1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6" y="406400"/>
            <a:ext cx="9144000" cy="909053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Introduction &amp;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68DEBE-57CC-6B91-6C9B-003C3923D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6" y="1722583"/>
            <a:ext cx="1129364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Title: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Predicting Gojek Driver Acceptance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Size: Approximately 500k initial records and 8 attributes.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Type: Transactional/Event-based data combining driver location, trip details, and decision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/ Problem Statement: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build a machine learning model (Classifier) that predicts the probability of a driver accepting a ride offer.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the matching algorithm, minimize driver decision time, and reduce overall passenger wait times.</a:t>
            </a:r>
          </a:p>
        </p:txBody>
      </p:sp>
    </p:spTree>
    <p:extLst>
      <p:ext uri="{BB962C8B-B14F-4D97-AF65-F5344CB8AC3E}">
        <p14:creationId xmlns:p14="http://schemas.microsoft.com/office/powerpoint/2010/main" val="355128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87E7-0AF9-14B6-A625-BD3F02404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752"/>
            <a:ext cx="10331116" cy="1091448"/>
          </a:xfrm>
        </p:spPr>
        <p:txBody>
          <a:bodyPr>
            <a:normAutofit/>
          </a:bodyPr>
          <a:lstStyle/>
          <a:p>
            <a:r>
              <a:rPr lang="en-US" b="1" dirty="0"/>
              <a:t>Data Understanding &amp; Cleaning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759A2-FBE5-BF0D-3857-8E1E63FE6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1773238"/>
            <a:ext cx="11502190" cy="4576010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+mj-lt"/>
              </a:rPr>
              <a:t>Initial Setup &amp; Workflow</a:t>
            </a:r>
          </a:p>
          <a:p>
            <a:pPr algn="l"/>
            <a:r>
              <a:rPr lang="en-US" sz="2000" b="1" dirty="0">
                <a:latin typeface="+mj-lt"/>
              </a:rPr>
              <a:t>1. Source Data:</a:t>
            </a:r>
            <a:r>
              <a:rPr lang="en-US" sz="2000" dirty="0">
                <a:latin typeface="+mj-lt"/>
              </a:rPr>
              <a:t> The project began with data sourced from a GitHub repository ( but in a zip format ), requiring a specific environment setup.</a:t>
            </a:r>
          </a:p>
          <a:p>
            <a:pPr algn="l"/>
            <a:r>
              <a:rPr lang="en-US" sz="2000" b="1" dirty="0">
                <a:latin typeface="+mj-lt"/>
              </a:rPr>
              <a:t>2. Environment Creation:</a:t>
            </a:r>
            <a:r>
              <a:rPr lang="en-US" sz="2000" dirty="0">
                <a:latin typeface="+mj-lt"/>
              </a:rPr>
              <a:t> The first major step involved creating a clean Python environment (using </a:t>
            </a:r>
            <a:r>
              <a:rPr lang="en-US" sz="2000" dirty="0" err="1">
                <a:latin typeface="+mj-lt"/>
              </a:rPr>
              <a:t>venv</a:t>
            </a:r>
            <a:r>
              <a:rPr lang="en-US" sz="2000" dirty="0">
                <a:latin typeface="+mj-lt"/>
              </a:rPr>
              <a:t> or Conda) and installing all dependencies listed in the requirements.txt and environment YAML (</a:t>
            </a:r>
            <a:r>
              <a:rPr lang="en-US" sz="2000" dirty="0" err="1">
                <a:latin typeface="+mj-lt"/>
              </a:rPr>
              <a:t>yml</a:t>
            </a:r>
            <a:r>
              <a:rPr lang="en-US" sz="2000" dirty="0">
                <a:latin typeface="+mj-lt"/>
              </a:rPr>
              <a:t>) files.</a:t>
            </a:r>
          </a:p>
          <a:p>
            <a:pPr algn="l"/>
            <a:r>
              <a:rPr lang="en-US" sz="2000" b="1" dirty="0">
                <a:latin typeface="+mj-lt"/>
              </a:rPr>
              <a:t>3. Workflow Challenge:</a:t>
            </a:r>
            <a:r>
              <a:rPr lang="en-US" sz="2000" dirty="0">
                <a:latin typeface="+mj-lt"/>
              </a:rPr>
              <a:t> I initially planned to use the </a:t>
            </a:r>
            <a:r>
              <a:rPr lang="en-US" sz="2000" b="1" dirty="0">
                <a:latin typeface="+mj-lt"/>
              </a:rPr>
              <a:t>make</a:t>
            </a:r>
            <a:r>
              <a:rPr lang="en-US" sz="2000" dirty="0">
                <a:latin typeface="+mj-lt"/>
              </a:rPr>
              <a:t> utility (e.g., make setup, make train) to manage the entire pipeline. However, after several failed attempts to execute the make run command, I adapted the workflow.</a:t>
            </a:r>
          </a:p>
          <a:p>
            <a:pPr algn="l"/>
            <a:r>
              <a:rPr lang="en-US" sz="2000" b="1" dirty="0">
                <a:latin typeface="+mj-lt"/>
              </a:rPr>
              <a:t>4. Final Workflow:</a:t>
            </a:r>
            <a:r>
              <a:rPr lang="en-US" sz="2000" dirty="0">
                <a:latin typeface="+mj-lt"/>
              </a:rPr>
              <a:t> The solution was to run the Python files </a:t>
            </a:r>
            <a:r>
              <a:rPr lang="en-US" sz="2000" b="1" dirty="0">
                <a:latin typeface="+mj-lt"/>
              </a:rPr>
              <a:t>separately and sequentially</a:t>
            </a:r>
            <a:r>
              <a:rPr lang="en-US" sz="2000" dirty="0">
                <a:latin typeface="+mj-lt"/>
              </a:rPr>
              <a:t> (build_features.py, transformations.py, train_model.py, etc.), making manual adjustments to files and dependencies along the way. </a:t>
            </a:r>
          </a:p>
          <a:p>
            <a:pPr algn="l"/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279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ADDD-700F-F7C7-7C8E-84DDE58EB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37931"/>
            <a:ext cx="8583331" cy="1372365"/>
          </a:xfrm>
        </p:spPr>
        <p:txBody>
          <a:bodyPr>
            <a:normAutofit/>
          </a:bodyPr>
          <a:lstStyle/>
          <a:p>
            <a:r>
              <a:rPr lang="en-US" b="1" dirty="0"/>
              <a:t>Approach / Methodology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D5AF4D-E59D-D6F9-A959-95C7C7A18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6" y="915807"/>
            <a:ext cx="1154270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Our approach was built around a modular pipeline of Python scripts, run sequentially: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Data Processing (make_dataset.py):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Cleaned raw logs and merged booking_log.csv and participant_log.csv to create the initial dataset.csv.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Engineering (build_features.py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 Loaded dataset.csv and applied a pipeline of 7 transformation functions (using .pipe()) to create our final feature set. The resulting transformed_dataset.csv was saved. 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Features Developed: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Driver Distance to Pickup, Historical Driver Acceptance Rate, Actual Idle Time, Peak Hour Flags, and Profitability Ratios (e.g.,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pickup_to_trip_ratio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 Model Training &amp; Saving (train_model.py):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Loaded the transformed data and applied an 80/20 train_test_split. 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RandomForestClassifier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 trained on the 80% training data. 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final trained model object (saved_model.pkl) and its performance metrics (metrics.json) were saved to disk.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+mj-lt"/>
              </a:rPr>
              <a:t>Also, 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2B0A88-CB93-2455-4D38-C71FDA20530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1846" y="4850730"/>
            <a:ext cx="114101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Original Model: A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RandomForestClassifier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 initially trained on the 80%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Refinement (Next Step Implemented): To pursue a higher performance ceiling, the model was swapped for a Gradient Boosting Classifier.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Training &amp; Saving: The Gradient Boosting model was trained, and the final trained model object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saved_model.pkl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and its performance metrics 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metrics.json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were saved to disk.</a:t>
            </a:r>
            <a:endParaRPr lang="en-US" altLang="en-US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 couldn’t run the model properly due to memory constraint and laptop was malfunctioned.</a:t>
            </a:r>
          </a:p>
        </p:txBody>
      </p:sp>
    </p:spTree>
    <p:extLst>
      <p:ext uri="{BB962C8B-B14F-4D97-AF65-F5344CB8AC3E}">
        <p14:creationId xmlns:p14="http://schemas.microsoft.com/office/powerpoint/2010/main" val="60647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2B67-A792-2BB1-2189-292D916D3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958" y="1981742"/>
            <a:ext cx="9254933" cy="771951"/>
          </a:xfrm>
        </p:spPr>
        <p:txBody>
          <a:bodyPr>
            <a:noAutofit/>
          </a:bodyPr>
          <a:lstStyle/>
          <a:p>
            <a:pPr algn="l" fontAlgn="base"/>
            <a:r>
              <a:rPr lang="en-US" sz="4800" b="1" dirty="0"/>
              <a:t>Challenges, Learnings &amp; Next Steps 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E17E5-7563-8852-AFE2-F3ED9750664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2958" y="1152131"/>
            <a:ext cx="1047034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 Plotting: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 could have plotted other metrics &amp; chart for better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Workflow Management: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model training was taking too long, and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MakeFile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 not running properly due to some errors. I had to take separate python files sequentially and run and train the model on the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Hyperparameter Optimization: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 could have tried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Grid Search CV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done hyperparameter training on different models like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better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Insights: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Most of my time was invested in data understanding and debugging the critical pipeline errors (as detailed above), due to which I couldn't plot more insights from the data or run the final code successfully in the time allotted.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627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695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Retrospect</vt:lpstr>
      <vt:lpstr>Hackathon Dataset - Gojek Driver Acceptance </vt:lpstr>
      <vt:lpstr>Introduction &amp; Objective</vt:lpstr>
      <vt:lpstr>Data Understanding &amp; Cleaning </vt:lpstr>
      <vt:lpstr>Approach / Methodology</vt:lpstr>
      <vt:lpstr>Challenges, Learnings &amp; Next Steps 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Sameesh Bagga</dc:creator>
  <cp:lastModifiedBy>Sameesh Bagga</cp:lastModifiedBy>
  <cp:revision>3</cp:revision>
  <dcterms:created xsi:type="dcterms:W3CDTF">2025-11-18T13:42:54Z</dcterms:created>
  <dcterms:modified xsi:type="dcterms:W3CDTF">2025-11-19T10:29:43Z</dcterms:modified>
</cp:coreProperties>
</file>